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metadata/thumbnail" Target="docProps/thumbnail.pn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lide2"/>
    <p:sldId id="257" r:id="rIdSlide1"/>
    <p:sldId id="258" r:id="rIdSlide3"/>
    <p:sldId id="259" r:id="rIdSlide4"/>
  </p:sldIdLst>
  <p:sldSz cx="12192000" cy="6858000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éa Bernard" initials="LB" lastIdx="1" clrIdx="0"/>
</p:cmAuthorLst>
</file>

<file path=ppt/_rels/presentation.xml.rels><?xml version="1.0" encoding="UTF-8" standalone="yes"?>
<Relationships xmlns="http://schemas.openxmlformats.org/package/2006/relationships"><Relationship Id="rIdMaster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Authors" Type="http://schemas.openxmlformats.org/officeDocument/2006/relationships/commentAuthors" Target="commentAuthors.xml"/><Relationship Id="rIdTheme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10-03T08:00:00Z" idx="1">
    <p:pos x="10" y="10"/>
    <p:text>Ajouter le plan du site B ?</p:text>
  </p:cm>
</p:cmLst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Espace réservé"/>
          <p:cNvSpPr/>
          <p:nvPr>
            <p:ph type="sldImg"/>
          </p:nvPr>
        </p:nvSpPr>
        <p:spPr/>
        <p:txBody>
          <a:bodyPr/>
        </p:txBody>
      </p:sp>
      <p:sp>
        <p:nvSpPr>
          <p:cNvPr id="30" name="Espace réservé"/>
          <p:cNvSpPr/>
          <p:nvPr>
            <p:ph type="body" idx="1"/>
          </p:nvPr>
        </p:nvSpPr>
        <p:spPr/>
        <p:txBody>
          <a:bodyPr/>
          <a:p>
            <a:r>
              <a:t>Insister sur la fumée.</a:t>
            </a:r>
          </a:p>
          <a:p>
            <a:r>
              <a:t>Demander qui connaît son serre-file.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Body">
  <p:cSld>
    <p:spTree>
      <p:nvGrpSpPr>
        <p:cNvPr id="1" name=""/>
        <p:cNvGrpSpPr/>
        <p:nvPr/>
      </p:nvGrpSpPr>
      <p:grpSpPr/>
      <p:sp>
        <p:nvSpPr>
          <p:cNvPr id="31" name="Espace réservé"/>
          <p:cNvSpPr/>
          <p:nvPr>
            <p:ph type="title"/>
          </p:nvPr>
        </p:nvSpPr>
        <p:spPr>
          <a:xfrm>
            <a:off x="720000" y="360000"/>
            <a:ext cx="10440000" cy="1080000"/>
          </a:xfrm>
        </p:spPr>
        <p:txBody>
          <a:bodyPr/>
        </p:txBody>
      </p:sp>
      <p:sp>
        <p:nvSpPr>
          <p:cNvPr id="32" name="Espace réservé"/>
          <p:cNvSpPr/>
          <p:nvPr>
            <p:ph idx="1"/>
          </p:nvPr>
        </p:nvSpPr>
        <p:spPr>
          <a:xfrm>
            <a:off x="720000" y="1620000"/>
            <a:ext cx="7200000" cy="4320000"/>
          </a:xfrm>
        </p:spPr>
        <p:txBody>
          <a:bodyPr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Espace réservé"/>
          <p:cNvSpPr/>
          <p:nvPr>
            <p:ph type="title"/>
          </p:nvPr>
        </p:nvSpPr>
        <p:spPr>
          <a:xfrm>
            <a:off x="720000" y="360000"/>
            <a:ext cx="10440000" cy="1080000"/>
          </a:xfrm>
        </p:spPr>
        <p:txBody>
          <a:bodyPr/>
        </p:txBody>
      </p:sp>
      <p:sp>
        <p:nvSpPr>
          <p:cNvPr id="34" name="Espace réservé"/>
          <p:cNvSpPr/>
          <p:nvPr>
            <p:ph type="body" idx="1"/>
          </p:nvPr>
        </p:nvSpPr>
        <p:spPr>
          <a:xfrm>
            <a:off x="720000" y="1620000"/>
            <a:ext cx="10440000" cy="4320000"/>
          </a:xfrm>
        </p:spPr>
        <p:txBody>
          <a:bodyPr/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Picture" Type="http://schemas.openxmlformats.org/officeDocument/2006/relationships/image" Target="../media/image1.png"/><Relationship Id="rIdBullet" Type="http://schemas.openxmlformats.org/officeDocument/2006/relationships/image" Target="../media/image2.png"/><Relationship Id="rIdRule" Type="http://schemas.openxmlformats.org/officeDocument/2006/relationships/image" Target="../media/image3.png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Comments" Type="http://schemas.openxmlformats.org/officeDocument/2006/relationships/comments" Target="../comments/comment1.xml"/><Relationship Id="rIdPhoto" Type="http://schemas.openxmlformats.org/officeDocument/2006/relationships/image" Target="../media/image4.png"/><Relationship Id="rIdPicture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Background" Type="http://schemas.openxmlformats.org/officeDocument/2006/relationships/image" Target="../media/image5.png"/><Relationship Id="rIdLinked" Type="http://schemas.openxmlformats.org/officeDocument/2006/relationships/image" Target="file:///C:/Users/Marie/Documents/plan-site-B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ZoneTexte"/>
          <p:cNvSpPr txBox="1"/>
          <p:nvPr/>
        </p:nvSpPr>
        <p:spPr>
          <a:xfrm>
            <a:off x="7920000" y="5760000"/>
            <a:ext cx="3240000" cy="540000"/>
          </a:xfrm>
        </p:spPr>
        <p:txBody>
          <a:bodyPr/>
          <a:p>
            <a:r>
              <a:t>Durée : 20 minutes</a:t>
            </a:r>
          </a:p>
        </p:txBody>
      </p:sp>
      <p:sp>
        <p:nvSpPr>
          <p:cNvPr id="11" name="Espace réservé"/>
          <p:cNvSpPr/>
          <p:nvPr>
            <p:ph type="title"/>
          </p:nvPr>
        </p:nvSpPr>
        <p:spPr/>
        <p:txBody>
          <a:bodyPr/>
          <a:p>
            <a:r>
              <a:t>Pourquoi évacuer ?</a:t>
            </a:r>
          </a:p>
        </p:txBody>
      </p:sp>
      <p:sp>
        <p:nvSpPr>
          <p:cNvPr id="12" name="Espace réservé"/>
          <p:cNvSpPr/>
          <p:nvPr>
            <p:ph idx="1"/>
          </p:nvPr>
        </p:nvSpPr>
        <p:spPr/>
        <p:txBody>
          <a:bodyPr/>
          <a:p>
            <a:r>
              <a:t>Le feu se propage vite</a:t>
            </a:r>
          </a:p>
          <a:p>
            <a:pPr lvl="1"/>
            <a:r>
              <a:t>Une pièce s’embrase en 3 minutes</a:t>
            </a:r>
          </a:p>
          <a:p>
            <a:r>
              <a:t>La fumée tue avant les flammes</a:t>
            </a:r>
          </a:p>
        </p:txBody>
      </p:sp>
      <p:pic>
        <p:nvPicPr>
          <p:cNvPr id="13" name="Image" descr="Pictogramme sortie de secours"/>
          <p:cNvPicPr/>
          <p:nvPr/>
        </p:nvPicPr>
        <p:blipFill>
          <a:blip r:embed="rIdPicture"/>
        </p:blipFill>
        <p:spPr>
          <a:xfrm>
            <a:off x="8640000" y="1800000"/>
            <a:ext cx="2160000" cy="2160000"/>
          </a:xfrm>
        </p:spPr>
      </p:pic>
      <p:pic>
        <p:nvPicPr>
          <p:cNvPr id="14" name="Puce"/>
          <p:cNvPicPr/>
          <p:nvPr/>
        </p:nvPicPr>
        <p:blipFill>
          <a:blip r:embed="rIdBullet"/>
        </p:blipFill>
        <p:spPr>
          <a:xfrm>
            <a:off x="360000" y="1800000"/>
            <a:ext cx="180000" cy="180000"/>
          </a:xfrm>
        </p:spPr>
      </p:pic>
      <p:pic>
        <p:nvPicPr>
          <p:cNvPr id="15" name="Filet"/>
          <p:cNvPicPr/>
          <p:nvPr/>
        </p:nvPicPr>
        <p:blipFill>
          <a:blip r:embed="rIdRule"/>
        </p:blipFill>
        <p:spPr>
          <a:xfrm>
            <a:off x="720000" y="1296000"/>
            <a:ext cx="7200000" cy="360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Espace réservé"/>
          <p:cNvSpPr/>
          <p:nvPr>
            <p:ph type="ctrTitle"/>
          </p:nvPr>
        </p:nvSpPr>
        <p:spPr>
          <a:xfrm>
            <a:off x="720000" y="1800000"/>
            <a:ext cx="10440000" cy="1440000"/>
          </a:xfrm>
        </p:spPr>
        <p:txBody>
          <a:bodyPr/>
          <a:p>
            <a:r>
              <a:t>Sécurité incendie</a:t>
            </a:r>
          </a:p>
        </p:txBody>
      </p:sp>
      <p:sp>
        <p:nvSpPr>
          <p:cNvPr id="17" name="Espace réservé"/>
          <p:cNvSpPr/>
          <p:nvPr>
            <p:ph type="subTitle" idx="1"/>
          </p:nvPr>
        </p:nvSpPr>
        <p:spPr>
          <a:xfrm>
            <a:off x="720000" y="3600000"/>
            <a:ext cx="10440000" cy="720000"/>
          </a:xfrm>
        </p:spPr>
        <p:txBody>
          <a:bodyPr/>
          <a:p>
            <a:r>
              <a:t>Atelier de lancement</a:t>
            </a:r>
          </a:p>
        </p:txBody>
      </p:sp>
      <p:sp>
        <p:nvSpPr>
          <p:cNvPr id="18" name="Espace réservé"/>
          <p:cNvSpPr/>
          <p:nvPr>
            <p:ph type="sldNum" idx="12"/>
          </p:nvPr>
        </p:nvSpPr>
        <p:spPr>
          <a:xfrm>
            <a:off x="10080000" y="6120000"/>
            <a:ext cx="1440000" cy="360000"/>
          </a:xfrm>
        </p:spPr>
        <p:txBody>
          <a:bodyPr/>
          <a:p>
            <a:r>
              <a:t>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Espace réservé"/>
          <p:cNvSpPr/>
          <p:nvPr>
            <p:ph type="title"/>
          </p:nvPr>
        </p:nvSpPr>
        <p:spPr/>
        <p:txBody>
          <a:bodyPr/>
          <a:p>
            <a:r>
              <a:t>Les deux signaux</a:t>
            </a:r>
          </a:p>
        </p:txBody>
      </p:sp>
      <p:grpSp>
        <p:nvGrpSpPr>
          <p:cNvPr id="20" name="Groupe"/>
          <p:cNvGrpSpPr/>
          <p:nvPr/>
        </p:nvGrpSpPr>
        <p:grpSpPr>
          <a:xfrm>
            <a:off x="720000" y="3600000"/>
            <a:ext cx="7200000" cy="1440000"/>
            <a:chOff x="0" y="0"/>
            <a:chExt cx="7200000" cy="1440000"/>
          </a:xfrm>
        </p:grpSpPr>
        <p:sp>
          <p:nvSpPr>
            <p:cNvPr id="21" name="ZoneTexte"/>
            <p:cNvSpPr txBox="1"/>
            <p:nvPr/>
          </p:nvSpPr>
          <p:spPr>
            <a:xfrm>
              <a:off x="3600000" y="0"/>
              <a:ext cx="3600000" cy="720000"/>
            </a:xfrm>
          </p:spPr>
          <p:txBody>
            <a:bodyPr/>
            <a:p>
              <a:r>
                <a:t>Point de rassemblement : parking B</a:t>
              </a:r>
            </a:p>
          </p:txBody>
        </p:sp>
        <p:sp>
          <p:nvSpPr>
            <p:cNvPr id="22" name="ZoneTexte"/>
            <p:cNvSpPr txBox="1"/>
            <p:nvPr/>
          </p:nvSpPr>
          <p:spPr>
            <a:xfrm>
              <a:off x="0" y="0"/>
              <a:ext cx="3600000" cy="720000"/>
            </a:xfrm>
          </p:spPr>
          <p:txBody>
            <a:bodyPr/>
            <a:p>
              <a:r>
                <a:t>Serre-file : badge orange</a:t>
              </a:r>
            </a:p>
          </p:txBody>
        </p:sp>
      </p:grpSp>
      <p:graphicFrame>
        <p:nvGraphicFramePr>
          <p:cNvPr id="19" name="Tableau"/>
          <p:cNvGraphicFramePr/>
          <p:nvPr/>
        </p:nvGraphicFramePr>
        <p:xfrm>
          <a:off x="720000" y="1440000"/>
          <a:ext cx="7200000" cy="1440000"/>
        </p:xfrm>
        <a:graphic>
          <a:graphicData uri="http://schemas.openxmlformats.org/drawingml/2006/table">
            <a:tbl>
              <a:tblGrid>
                <a:gridCol w="3657600"/>
                <a:gridCol w="3657600"/>
              </a:tblGrid>
              <a:tr h="100">
                <a:tc>
                  <a:txBody>
                    <a:bodyPr/>
                    <a:p>
                      <a:r>
                        <a:t>Signal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Conduite</a:t>
                      </a:r>
                    </a:p>
                  </a:txBody>
                </a:tc>
              </a:tr>
              <a:tr h="100">
                <a:tc>
                  <a:txBody>
                    <a:bodyPr/>
                    <a:p>
                      <a:r>
                        <a:t>Sonnerie continue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Évacuer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23" name="Photo" descr="Extincteur à eau"/>
          <p:cNvSpPr/>
          <p:nvPr/>
        </p:nvSpPr>
        <p:spPr>
          <a:xfrm>
            <a:off x="8640000" y="1512000"/>
            <a:ext cx="2880000" cy="1908000"/>
          </a:xfrm>
          <a:blipFill>
            <a:blip r:embed="rIdPhoto"/>
            <a:stretch>
              <a:fillRect/>
            </a:stretch>
          </a:blipFill>
        </p:spPr>
      </p:sp>
      <p:pic>
        <p:nvPicPr>
          <p:cNvPr id="25" name="Logo" descr="Logo"/>
          <p:cNvPicPr/>
          <p:nvPr/>
        </p:nvPicPr>
        <p:blipFill>
          <a:blip r:embed="rIdPicture"/>
        </p:blipFill>
        <p:spPr>
          <a:xfrm>
            <a:off x="11520000" y="6120000"/>
            <a:ext cx="288000" cy="288000"/>
          </a:xfr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Background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6" name="Espace réservé"/>
          <p:cNvSpPr/>
          <p:nvPr>
            <p:ph type="title"/>
          </p:nvPr>
        </p:nvSpPr>
        <p:spPr/>
        <p:txBody>
          <a:bodyPr/>
          <a:p>
            <a:r>
              <a:t>Annexe : contacts</a:t>
            </a:r>
          </a:p>
        </p:txBody>
      </p:sp>
      <p:sp>
        <p:nvSpPr>
          <p:cNvPr id="27" name="ZoneTexte"/>
          <p:cNvSpPr txBox="1"/>
          <p:nvPr/>
        </p:nvSpPr>
        <p:spPr>
          <a:xfrm>
            <a:off x="720000" y="1800000"/>
            <a:ext cx="7200000" cy="720000"/>
          </a:xfrm>
        </p:spPr>
        <p:txBody>
          <a:bodyPr/>
          <a:p>
            <a:r>
              <a:t>Service sécurité : poste 4400</a:t>
            </a:r>
          </a:p>
        </p:txBody>
      </p:sp>
      <p:pic>
        <p:nvPicPr>
          <p:cNvPr id="28" name="Plan" descr="Plan du site B"/>
          <p:cNvPicPr/>
          <p:nvPr/>
        </p:nvPicPr>
        <p:blipFill>
          <a:blip r:link="rIdLinked"/>
        </p:blipFill>
        <p:spPr>
          <a:xfrm>
            <a:off x="720000" y="2880000"/>
            <a:ext cx="3600000" cy="2160000"/>
          </a:xfrm>
        </p:spPr>
      </p:pic>
    </p:spTree>
  </p:cSld>
</p:sld>
</file>

<file path=ppt/theme/theme1.xml><?xml version="1.0" encoding="utf-8"?>
<a:theme xmlns:a="http://schemas.openxmlformats.org/drawingml/2006/main" name="Elabora">
  <a:themeElements>
    <a:clrScheme name="Elabora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C82828"/>
      </a:accent1>
      <a:accent2>
        <a:srgbClr val="2563EB"/>
      </a:accent2>
      <a:accent3>
        <a:srgbClr val="16A34A"/>
      </a:accent3>
      <a:accent4>
        <a:srgbClr val="CA8A04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Elabor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labor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Atelier sécurité incendie</dc:title>
  <dc:creator>Agence Exemple</dc:creator>
</cp:coreProperties>
</file>